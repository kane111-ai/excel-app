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練習素材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Master アプリの「デザイン・レイアウト」の練習で使う素材です。各スライドの指示に従って作業してください。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使う演習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2枚目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SmartArtへの変換（業務フロー）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3枚目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図形の配置・整列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4枚目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テキストボックスをスライドマスターへ配置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演習：SmartArtへの変換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【操作】下の4つのテキストボックスを削除し、代わりにSmartArt（手順）で「受注 → 製造 → 検査 → 出荷」の業務フローを図解してください。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188720" cy="822960"/>
          </a:xfrm>
          <a:prstGeom prst="rect">
            <a:avLst/>
          </a:prstGeom>
          <a:solidFill>
            <a:srgbClr val="EEF2F5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743200"/>
            <a:ext cx="1188720" cy="822960"/>
          </a:xfrm>
          <a:prstGeom prst="rect">
            <a:avLst/>
          </a:prstGeom>
          <a:solidFill>
            <a:srgbClr val="EEF2F5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27432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製造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1188720" cy="822960"/>
          </a:xfrm>
          <a:prstGeom prst="rect">
            <a:avLst/>
          </a:prstGeom>
          <a:solidFill>
            <a:srgbClr val="EEF2F5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7432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2743200"/>
            <a:ext cx="1188720" cy="822960"/>
          </a:xfrm>
          <a:prstGeom prst="rect">
            <a:avLst/>
          </a:prstGeom>
          <a:solidFill>
            <a:srgbClr val="EEF2F5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7432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出荷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演習：図形の配置・整列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【操作】下の3つの四角形を選択し、「配置」機能（上下中央揃え・左右に整列など）を使ってきれいに整列させてください。今はバラバラに配置されています。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2377440"/>
            <a:ext cx="1645920" cy="914400"/>
          </a:xfrm>
          <a:prstGeom prst="rect">
            <a:avLst/>
          </a:prstGeom>
          <a:solidFill>
            <a:srgbClr val="2F4A5C"/>
          </a:solidFill>
          <a:ln w="12700">
            <a:solidFill>
              <a:srgbClr val="2F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3291840"/>
            <a:ext cx="2011680" cy="731520"/>
          </a:xfrm>
          <a:prstGeom prst="rect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011680"/>
            <a:ext cx="1371600" cy="1280160"/>
          </a:xfrm>
          <a:prstGeom prst="rect">
            <a:avLst/>
          </a:prstGeom>
          <a:solidFill>
            <a:srgbClr val="5C7B91"/>
          </a:solidFill>
          <a:ln w="12700">
            <a:solidFill>
              <a:srgbClr val="5C7B9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演習：テキストボックスをスライドマスターへ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【操作】下のテキストボックスをコピーし、表示 → スライドマスター を開いて、すべてのスライドの右下に統一して配置してください。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solidFill>
            <a:srgbClr val="EEF2F5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東北製鋼株式会社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2026-07-10T04:55:22Z</dcterms:created>
  <dcterms:modified xsi:type="dcterms:W3CDTF">2026-07-10T04:55:22Z</dcterms:modified>
</cp:coreProperties>
</file>